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 대부분 파는 게 있으세요. 오늘은 그걸 바꾸는 날이 아닙니다. 그게 누구의 무엇을 바꾸는지 적는 날이에요. 아직 문 안 여신 분, 정하는 중인 분도 같은 흐름으로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드릴을 사는 사람은 드릴이 갖고 싶은 게 아니에요. 벽에 구멍이 필요한 거죠. 손님이 반찬을 사는 것도 반찬이 갖고 싶어서가 아니라 퇴근하고 밥만 하면 되는 저녁이 필요해서예요.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아이템은 하나도 안 바꿨어요. 앞세우는 것만 바뀌었습니다. 조미료는 "왜 우리인가"의 근거로 내려갔고, 변화는 "저녁이 해결된다"로 올라갔어요.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가지를 헷갈리면 안 돼요. 변화는 사장님이 정합니다. 하나예요. 가치는 손님이 말해요. 손님 종류만큼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데이터가 무지막지하게 많아요. 세상 모든 반찬가게, 모든 네일샵이 들어 있어요. 그래서 그냥 물으면 세상 평균 답이 나옵니다. 우리 답을 받으려면 맥락을 줘야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모르는 것은 캡처해서 AI한테 물어보세요. 화면이든 문서든 리뷰든. 네 줄을 붙이면 세상 평균이 아니라 내 상황에 답합니다. 오늘 채널 세팅에서 실제로 이렇게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STIC은 좋은데 매번 네 줄 치는 건 힘들어요. 자기 상황을 글로 설명하는 것 자체가 어려운 분도 있어요. 그럴 때 쓰는 게 스킬이에요.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질문은 대부분 모르세요. 모르는 게 정상이에요. 짐작으로 하나만 치고 넘어가세요. 그 빈칸이 오늘 숙제가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뒷칸이 전부 손님의 하루에서 달라지는 것이에요. 상품 특징이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없으면 AI가 30년 전통을 지어냅니다. 식품은 효능, 미용은 재생·탄력, 학원은 합격률, 운동은 감량 보장. 증명 못 하면 안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설문에서 제일 많이 막힌다고 하신 게 "뭘 올려야 할지"였어요. 그래서 방향만 드리고 끝내지 않습니다. 첫 주 세 개를 지금 정해요.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"사진 만들기가 어렵다"의 절반은 찍을 게 안 정해져서예요. 열 장 목록을 드립니다. 3회차에 AI가 다듬어요.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여러분 첫 스킬이에요. 오전에 쓴 GPT는 제 거고, 이건 여러분 거예요. 내일부터 카드뉴스, 이미지, 릴스 전부 이 안에서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이미지는 한 장이에요. 세 장 고르느라 시간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 화면은 자주 바뀌어요. 설명과 다른 화면이 나오면 캡처해서 GPT에 올리고 네 줄을 붙이세요. STIC 카드 나눠드립니다.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그게 오늘 배운 것 중에 제일 오래 갈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309360" y="1097280"/>
            <a:ext cx="3840480" cy="3840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소상공인 디지털 마케팅 실무교육 · AI를 활용한 SNS 마케팅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SNS 세팅 +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비즈니스에 맞는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SNS 마케팅 전략 수립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 9. 7 (월) 09:30 – 17:30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9202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들고 나가는 것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가치×페르소나 시트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내 첫 스킬 (ChatGPT 프로젝트)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우리를 소개하는 이미지 한 장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첫 주 게시물 3개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① 드릴과 구멍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사람들은 드릴이 아니라,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벽에 뚫린 구멍을 산다.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손님이 사는 것은 상품이 아니라, 그 상품이 만드는 변화다.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하는 일은 여러분의 드릴 옆에 구멍을 써넣는 것.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① 드릴과 구멍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반찬가게로 보면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드릴 — 파는 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조미료 안 쓰는 반찬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매일 아침 새로 만듦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1인분 소포장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640080" cy="548640"/>
          </a:xfrm>
          <a:prstGeom prst="rightArrow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5544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구멍 — 손님에게 일어나는 변화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148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퇴근하고 밥만 하면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되는 저녁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배달 앱을 덜 켠다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"우리는 반찬을 파는 게 아니라, 퇴근하고 밥만 하면 되는 저녁을 판다."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① 드릴과 구멍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변화와 가치는 다르다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변화 (코어)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가치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누가 정하나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사장님이 선언한다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손님이 말한다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우리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손님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몇 개인가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하나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손님 유형 수만큼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틀렸을 때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우리가 뭘 하는 곳인지 다시 생각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다시 쓰면 된다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기준 — 손님을 바꿨을 때 그 문장도 바뀌어야 가치다. 안 바뀌면 변화를 베껴 쓴 것.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② AI는 데이터로 답한다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AI의 본질은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무지막지하게 많은 데이터.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그냥 물으면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세상 평균의 답이 나온다.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"반찬가게 인스타 소개글 써줘" → 어느 반찬가게에나 붙을 수 있는 글.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그건 우리 글이 아니다. 우리 것으로 만드는 방법은 하나 — 맥락을 설명한다.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② 맥락은 네 칸으로 · STIC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모르면 캡처해서, 네 줄 붙여 물어본다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상황 Situation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어디서 뭘 하다가 이 화면이 떴나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카카오 파트너센터에서 채널 만드는 중인데 이 화면이 떴어요 (캡처)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645920"/>
            <a:ext cx="502920" cy="50292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일 Task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뭘 해달라는 건가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다음에 어디 눌러야 하는지 알려줘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645920"/>
            <a:ext cx="502920" cy="50292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의도 Intent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왜, 결국 뭘 하려고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안에 채널 공개하고 웰컴 메시지까지 넣으려고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146304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645920"/>
            <a:ext cx="502920" cy="50292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645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걱정 Concern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뭘 피하고 싶나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 눌러서 결제되거나 삭제될까 봐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② STIC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오전 인터뷰가 곧 우리 비즈니스의 STIC이다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STIC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코어의 어느 칸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 상황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사실 시트 · 손님 한 명 · 재료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03 · 01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 할 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첫 주 게시물 3개 · 채널 문안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05 · 04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 의도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문장 — 우리는 ___를 판다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01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 걱정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말하면 안 되는 것 · 안 보여줄 것 · 안 쓰는 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03 · 02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프로젝트 안에서는 할 일(T) 한 줄만 치면 된다.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③ 스킬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스킬 = STIC을 매번 안 쳐도 되게 묶어둔 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단골 손님이 오면 "늘 드시던 걸로요" 한마디로 끝난다.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 온 손님에게는 메뉴 설명부터 해야 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스킬은 AI를 단골로 만드는 방법이다.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67919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이렇게 하고, 이건 하지 마라 (Concern)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ChatGPT에서는 → 프로젝트 「지침」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 파일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5146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67919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재료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사실 · 우리 손님 · 우리 말투 (Situation · Intent)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ChatGPT에서는 → 프로젝트 「파일」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01~05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5146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67919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다음에 또 같은 방식으로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ChatGPT에서는 → 프로젝트 안 새 대화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Task 한 줄만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③ 스킬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만나는 스킬은 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커스텀 GPT 「비즈니스 GTM 코어」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강사가 만든 스킬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20개 질문을 순서대로 던지고 파일 여섯 개를 만든다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STIC을 못 쓰는 분도 답만 하면 STIC이 적힌다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오전에 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「(상호) 마케팅」 프로젝트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여러분이 만드는 내 첫 스킬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STIC이 든 지침 1 + 파일 5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안에서는 "카드뉴스 써줘" 한 줄이면 된다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오후에 만든다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STIC을 직접 쓸 수 있으면 쓰고, 어려우면 스킬 안에서 한 줄만 친다. 어느 쪽이든 AI는 우리 맥락 위에서 답한다.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2회차 카드뉴스 스킬 → 3회차 이미지 스킬 → 4회차 릴스 스킬이 이 프로젝트 안에 쌓인다.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④ 사실 시트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지어내지 않게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사실 시트가 없으면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빈칸을 데이터로 채운다. 그게 본질이라 막을 수 없다.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"30년 전통"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"국내산 100%"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"망원동 1등"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이미지도 같다 — 없는 간판, 없는 인테리어를 그린다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사실 시트가 있으면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말해도 되는 사실을 미리 적어둔다 (Situation)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없는 건 [확인 필요]로 표시하게 지침에 넣는다 (Concern)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2·3·4회차 검수가 전부 이 시트 기준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흐름 — 일곱 블록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57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넷 · GPT 열기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코어 인터뷰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057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A~F · 한 문장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달 방향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057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주 3개 · 촬영 리스트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14630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첫 스킬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057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6 → 프로젝트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200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소개 이미지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장 · 검수 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60320" y="30632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2278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0" y="3200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 세팅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0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인스타 · 카카오 · 플레이스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0" y="30632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278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212080" y="3200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공유와 닫기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754880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문장 낭독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3200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오전 = 블록 1~2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오후 = 블록 3~7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규칙 여섯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630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모르면 캡처해서 STIC 네 줄로 묻는다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933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모르겠다고 쳐도 된다. 빈칸은 다음 주 손님한테 물어볼 목록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2374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문장은 꼭 한 단어라도 사장님 말로 고친다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540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 · 인증번호는 AI에게 절대 주지 않는다. 직접 친다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5844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달 목표는 끊기지 않는 것. 주 1회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114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옆 사람이 막히면 "그래서 손님한테 뭐가 달라져요?" 한 번만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커스텀 GPT 열기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 링크 QR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(전날 삽입)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문구를 그대로 쳐주세요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03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"비즈니스 GTM 코어 시작할게요"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창업 준비 중이면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246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"창업 준비 중인데 시작할게요"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GPT가 첫 질문을 던지면 손 들어주세요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코어 인터뷰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상태 — 셋 다 같은 방에서 간다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팔고 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57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재료 4문항 그대로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단골의 말 · 처음 온 사람의 질문 · 안 오는 이유 · 리뷰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것은 정함 · 손님 없음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057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재료를 「예정 재료」로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이걸 팔기로 했나 · 내가 손님이었을 때 · 써본 사람 말 · 참고하는 곳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627632"/>
            <a:ext cx="365760" cy="36576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뭘 팔지 미정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057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씨앗 찾기 3문항 → 후보 → 합류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하는 일 · 자꾸 묻는 것 · 공짜로 해준 것. 강사가 옆에 앉는다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스킬로 보내지 않는다. 질문만 바뀐다.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A 재료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재료는 새로 만드는 게 아니라 이미 쌓여 있는 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단골이 남한테 우리를 소개할 때 뭐라고 하나요?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 언어로 된 가치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12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 온 손님이 꼭 묻는 게 있어요?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128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Before. 묻는 건 불안한 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96265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오고 다시 안 오는 분들은 왜 안 올까요?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9626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돌아선 사람의 말. 모르는 게 정상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71246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리뷰에 반복되는 칭찬이나 불만이 있어요?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71246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문장. 가치 힌트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A 재료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온라인이면 · 손님이 없으면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온라인만 판다면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단골의 말 → 두 번 이상 산 분의 후기 · 문의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 온 사람의 질문 → 스토어 Q&amp;A · 톡톡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오는 이유 → 장바구니만 담는 사람 · 반품 사유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→ 스토어 리뷰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손님이 아직 없다면 — 예정 재료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이걸 팔기로 하셨어요?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사장님이 손님이었을 때 뭐가 불편했어요?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써본 사람이 뭐라고 했어요? ("없어요"도 답)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참고하는 가게 손님들은 뭘 좋아해요?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B 변화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변화는 관찰이 아니라 선언 — 주어는 우리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1645920"/>
            <a:ext cx="640080" cy="640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만족한 손님 한 분이 얻어 간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45920" y="1965960"/>
            <a:ext cx="457200" cy="0"/>
          </a:xfrm>
          <a:prstGeom prst="line">
            <a:avLst/>
          </a:prstGeom>
          <a:noFill/>
          <a:ln w="19050">
            <a:solidFill>
              <a:srgbClr val="DDD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7752" y="1645920"/>
            <a:ext cx="640080" cy="640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8775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30552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Before / After — 한 번만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73552" y="1965960"/>
            <a:ext cx="457200" cy="0"/>
          </a:xfrm>
          <a:prstGeom prst="line">
            <a:avLst/>
          </a:prstGeom>
          <a:noFill/>
          <a:ln w="19050">
            <a:solidFill>
              <a:srgbClr val="DDDA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5384" y="1645920"/>
            <a:ext cx="640080" cy="640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1538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758184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대안 — 안 사면 대신 뭘 하나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01184" y="1965960"/>
            <a:ext cx="457200" cy="0"/>
          </a:xfrm>
          <a:prstGeom prst="line">
            <a:avLst/>
          </a:prstGeom>
          <a:noFill/>
          <a:ln w="19050">
            <a:solidFill>
              <a:srgbClr val="DDD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3016" y="1645920"/>
            <a:ext cx="640080" cy="640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4301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85816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대체 불가 — 우리 쪽 / 사장님 두 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28816" y="1965960"/>
            <a:ext cx="457200" cy="0"/>
          </a:xfrm>
          <a:prstGeom prst="line">
            <a:avLst/>
          </a:prstGeom>
          <a:noFill/>
          <a:ln w="19050">
            <a:solidFill>
              <a:srgbClr val="DDDA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0648" y="1645920"/>
            <a:ext cx="640080" cy="64008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064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문장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질문이 "손님"인 이유 — 우리가 뭘 바꾸는지는 우리 머릿속보다 그 손님한테서 이미 일어난 일에 있다.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되묻기 한 문장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"그건 우리가 하는 일이고,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손님 하루에서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뭐가 달라지나요?"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 설명 · 기능 · 공정이 나오면 GPT가 이렇게 되묻는다. 이 질문 하나를 가져가면 된다.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대안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걸 안 사면, 그분은 대신 어떻게 하나요?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가게를 간다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좋은 걸 만드는 싸움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집에서 대충 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그냥 안 한다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0574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움직이게 만드는 싸움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카드뉴스 첫 장이 여기서 나온다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가게를 묻는 게 아니다. "그냥 안 한다"가 나오면 싸움의 성격이 바뀐다.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대체 불가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우리여야 하나요 — 두 칸으로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우리 쪽 기준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재료 · 만드는 방식 · 시간 · 위치 · 가격 · 공간 · 배송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"퀄리티가 달라요" → 손님이 그걸 어떻게 알아채나요? 보이는 것으로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사장님 기준 — 확인 가능한 것만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자격 · 년수 · 직접 하는 것 · 전에 했던 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"정성 · 진심 · 열정" → 손님이 그걸 어떻게 알아채나요?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나오면 빈칸 ☐. 비어도 된다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한 문장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"우리는 ___를 파는 게 아니라, ___를 판다"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칸. 세 칸으로 벌리면 선언이 아니라 설명이 된다. 초안 셋 중 고르고, 꼭 한 단어라도 사장님 말로.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업종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문장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반찬가게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반찬을 파는 게 아니라, 퇴근하고 밥만 하면 되는 저녁을 판다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네일샵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네일을 파는 게 아니라, 2주에 한 번 나를 챙기는 시간을 판다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온라인몰 (운동복)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운동복을 파는 게 아니라, 사이즈 고민 없이 결제 버튼을 누르는 10초를 판다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주문형 떡공방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떡을 파는 게 아니라, 답례 고민이 끝나는 한 통의 카톡을 판다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꽃 수업 (창업 예정)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꽃 수업을 파는 게 아니라, 평일 저녁 두 시간 아무 생각 안 하는 시간을 판다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D 손님 한 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"다요"는 답이 아니다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이렇게 나오면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"동네 사람 다요"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"30대 여성"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"직장인들"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이렇게 되묻는다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없으면 제일 아쉬워할 한 분은요?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지난달 오신 분 중 제일 잘 맞았던 한 분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그분은 오기 직전에 뭘 하다가 막혔을까요?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C 가치 — 그분이 다녀가고 주변에 뭐라고 말할까요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"거기 가보니까 ___" — 그 손님의 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 입에서 나올 말인가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"신선한 재료" ✕ → "여긴 반찬이 안 남아요" 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손님을 바꾸면 이 문장도 바뀌는가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바뀌면 변화를 베껴 쓴 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6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옆 가게도 똑같이 말할 수 있는가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246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말할 수 있으면 아직 카테고리 설명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 들은 말, 네이버 리뷰 문장이 제일 좋다. 지어내는 게 아니라 꺼내는 것. 카피가 아니다 — 광고 문장은 2회차.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E 사장님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말투는 새로 만들지 않는다 — 지금까지 친 문장이 말투다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말투 표본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GPT가 여러분이 실제로 친 문장 세 개를 그대로 보여준다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"그냥 매일 새로 해요"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"저는 그거 안 해요"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쓰는 말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"핫플" · "인생 맛집" · 이모지 남발 · 반말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카드뉴스 · 릴스 자막 전부 이 기준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보여줄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05740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얼굴 · 주방 · 가격 · 가족 · 매출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적어두면 AI가 그 소재를 제안하지 않는다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오후 이미지의 규칙이 된다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2 · F 사실 시트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유일하게 표를 통째로 — 생각이 아니라 기억이라서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 상호 · 검색되는 이름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주소 · 찾아오는 법 · 주차 (온라인: 배송 · 소요일)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영업시간 · 휴무 (온라인: 주문 마감)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상품 3개와 가격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원산지 · 인증 · 자격 — 증명 가능한 것만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시작한 연도. "거의 30년"은 안 된다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절대 하지 않는 것 — 사실인 것만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말하면 안 되는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0574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증명 못 하는 최초 · 최고 · 유일 · 1등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효능 — 면역력 · 다이어트 · 피부 · 숙취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가게 비교 · 비하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시트에 없는 숫자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없는 후기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3 · 한 달 방향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손님이 있는 곳 — 사전 설문 8명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5/8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네이버 검색 · 플레이스로 온다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002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6/8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인스타 비즈니스 계정 이미 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6002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0/8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카카오채널 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6002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5/8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514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최근 한 달 게시물 0개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플레이스는 새로 안 만든다. 소개글만 오늘 문안으로 바꾼다. 카카오채널은 전원 신규. 빈도는 주 1회.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3 · 채널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채널마다 역할이 다르다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채널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역할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오늘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네이버 플레이스 (이미 있음)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손님이 실제로 찾아오는 길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소개글만 갱신. 10분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인스타그램 비즈니스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처음 보는 사람이 발견하는 곳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이름 칸에 지역 + 업종. 프로필 문안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카카오톡 채널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번 온 사람에게 다시 말 걸기 · 재구매 알림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전원 신규 개설. 웰컴 메시지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스레드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사장님 말투로 짧게. 사진 없이 두 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선택. 안 올리던 분의 첫 습관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채널이 이미 4개 이상이면 — 한 달 손 안 댈 채널 하나를 고른다. 세팅이 아니라 정리.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3 · 세 기둥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아침에 적은 3층이 그대로 한 달 콘텐츠가 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내가 파는 것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상품 · 공간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사실을 보여주는 사진 · 메뉴 · 공간 · 포장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3회차 이미지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사는 사람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손님의 변화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후기 · 전후 · "이런 분이 오세요"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2회차 카드뉴스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나라는 사람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사장님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얼굴 · 손 · 작업 · 한마디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4회차 릴스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셋 중 제일 자신 있는 기둥이 첫 주 첫 게시물.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3 · 첫 주 게시물 3개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방향만 주고 끝내지 않는다 — 오늘 구체적으로 정한다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칸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무엇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 (반찬가게)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주제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무말랭이 — 조미료 없이 매일 새로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찍을 것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폰으로 찍을 사진 · 영상 1~2개. 구체적으로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아침에 무치는 손 + 담긴 통 클로즈업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형식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사진 1장 / 사진 3장 / 15초 영상 / 스레드 글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사진 2장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첫 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사장님 말투로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"오늘도 무말랭이는 아침에 무쳤어요"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기둥마다 후보 둘 — 전부 오늘 여러분이 친 말에서. 고르면 네 칸을 채운다. 사진이 어려운 분은 사진 1장 · 스레드 글로만.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3 · 촬영 리스트 · 빈도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주 폰으로 찍어올 10장 · 첫 달은 끊기지 않는 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촬영 리스트 10장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상품 3장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· 재료 · 작업 장면 2장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간판(입구) 또는 스토어 대표 이미지 1장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앉는 자리 또는 포장 상태 1장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주 게시물용 3장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밝을 때 · 정면 · 배경 단순. 잘 찍을 필요 없다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빈도 — 주 1회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게시물 주 1회 + 스레드 두 줄 주 2회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달 게시물 4~6개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한 달에 0개인 분에게 주 3회는 실패하려고 짜는 계획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1주 오늘 정한 3개 → 2주 상품 → 3주 손님의 변화(카드뉴스) → 4주 사장님(릴스)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4 · 내 첫 스킬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여섯 개 = 규칙 하나 + 재료 다섯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스킬의 어느 부분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가는 곳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00 프로젝트 지침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규칙 — 이렇게 하고 이건 하지 마라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「지침」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01 가치×페르소나 시트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재료 — 누구에게 무엇을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「파일」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02 사장님 보이스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재료 — 어떤 말투로 · 안 보여줄 것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「파일」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03 사실 시트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재료 — 말해도 되는 것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「파일」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04 채널 세팅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재료 — 채널별 문안 · 소개 이미지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「파일」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05 콘텐츠 방향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재료 — 첫 주 3개 · 촬영 리스트 · 2~4회차 출발점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「파일」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4 · ChatGPT 프로젝트 개설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다섯 단계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 왼쪽 「프로젝트」 → 「새 프로젝트」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이름: 「(상호) 마케팅」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「지침」 열기 → 00 파일 내용 전부 붙여넣기 → 저장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「파일」 → 01~05 다섯 개 업로드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안에서 새 대화 → 테스트 질문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146304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캡처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(전날 최신 화면으로)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무료 계정에서 파일이 다 안 올라가면 01 · 02 · 03 먼저. 04 · 05는 대화에 첨부.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4 · 테스트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전원 같은 질문 하나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"우리를 손님 말로 세 줄만 소개해줘"</a:t>
            </a:r>
            <a:endParaRPr lang="en-US" sz="2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뜻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조치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시트 안의 사실 · 사장님 말투 · 손님 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정상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끝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"30년 전통" · 시트에 없는 숫자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지침이 안 붙었거나 03이 안 올라감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지침 · 03 확인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광고체 · 이모지 남발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02가 안 읽힘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02 업로드 확인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다른 손님에게 말함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01이 안 읽힘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01 업로드 확인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5 · 단 컷 소개 이미지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장으로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"우리는 ___를 판다"가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보이는 이미지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드릴(상품)만 덩그러니가 아니라 구멍(변화)이 보이는 장면.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인스타 · 카카오채널 · 스레드에 같은 이미지 — 채널 세 곳이 같은 얼굴이 된다.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5 · 두 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사진이 있으면 사진이 먼저다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A. 내 사진 + AI 정리 (기본)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폰에 상품 · 매장 사진이 있다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1장 올리고 배경 정리 · 밝기 · 여백만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"없는 건 그리지 마"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없는 것을 그려 넣지 않는다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B. AI 생성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사진이 없다 — 창업 예정 · 온라인몰 초기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프로젝트가 01 · 02 · 03 보고 쓴 프롬프트 3안 → 고르기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시트에 있는 것만 그린다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A가 기본인 이유 — 사실 시트 원칙과 같다. AI가 그린 매장은 손님이 와서 "여기가 거기예요?" 하게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5 · 프롬프트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구도만 다른 3안 — 고르고, 사장님 말로 한 줄 고친다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 클로즈업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영어 프롬프트. 겁내지 않는다 — 우리 파일 보고 GPT가 썼다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9164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작업하는 장면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영어 프롬프트. 겁내지 않는다 — 우리 파일 보고 GPT가 썼다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69164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손님이 받는 순간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영어 프롬프트. 겁내지 않는다 — 우리 파일 보고 GPT가 썼다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구멍이 보이는 장면으로. 상품만 덩그러니 놓지 않는다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사실 시트에 있는 것만. 없는 간판 · 인테리어 · 인증 마크 없음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「안 보여줄 것」 없음 · 타사 로고 없음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글자 없음 — 한글은 자주 틀린다. 글자는 내일 캔바에서 · 정방형 1:1 · 자연광 · 배경 단순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고친 한 줄 예 — "우리 포장은 종이봉투예요. 그거 넣어주세요"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5 · 검수 다섯 가지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올리기 전에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47472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사실 시트에 없는 것이 그려졌나 — 간판 · 인테리어 · 인증 · 메뉴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7472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0299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「안 보여줄 것」이 들어갔나 — 얼굴 · 주방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47472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596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글자가 있으면 오기 · 깨짐 → 글자 없는 버전으로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47472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1638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타사 로고 · 상표 · 유명 캐릭터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347472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7307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한 장만 보고 "구멍"이 보이나 — 드릴만 보이면 구도 ② ③으로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장이면 된다.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5 · 채널별 쓰임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이미지, 다섯 자리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채널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어디에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비고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인스타 첫 게시물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첫 주 게시물 ① 또는 ②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캡션은 05의 첫 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인스타 프로필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원형으로 잘린다 — 가운데에 핵심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얼굴 안 보여주면 상품 클로즈업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카카오채널 프로필 · 커버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커버는 가로로 재생성 또는 여백 확장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스레드 첫 글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1:1 그대로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글은 사장님의 고집 한 줄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네이버 플레이스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실제 사진만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AI 이미지 안 씀. 플레이스는 사실의 자리</a:t>
                      </a:r>
                      <a:endParaRPr lang="en-US" sz="12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6 · 채널 얼굴 맞추기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막히면 캡처 + 네 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38912" cy="43891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카카오 파트너센터에서 채널 만드는 중인데 이 화면이 떴어요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438912" cy="43891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756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다음에 어디 눌러요?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438912" cy="43891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426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안에 채널 공개까지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438912" cy="43891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2095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 눌러서 결제나 삭제될까 봐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줄이 귀찮으면 마케팅 프로젝트 안에서 "이 화면에서 다음 어디 눌러요?" 한 줄. 거기엔 우리 상황이 이미 들어 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 · 인증번호 · 서류는 본인만 입력한다.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6 · 인스타그램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문안, 같은 이미지 — 25분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규칙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상호 · 지역 · 업종 — 검색에 걸리는 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소개 (150자)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1줄 변화 · 2줄 손님 말 · 3줄 사실 하나 · 4줄 행동 하나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링크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하나. 카카오채널 또는 플레이스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프로필 사진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소개 이미지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첫 게시물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소개 이미지 + 05의 첫 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하이라이트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메뉴 · 손님 · 사장님 — 이름만, 비워둔다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463040"/>
            <a:ext cx="2834640" cy="2834640"/>
          </a:xfrm>
          <a:prstGeom prst="roundRect">
            <a:avLst>
              <a:gd name="adj" fmla="val 258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소개글 예 (반찬가게)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05740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저녁 걱정 없는 퇴근길을 만듭니다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"여기 반찬은 안 남아요" — 단골 말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망원동 · 화~토 11:00–20:00 · 월 휴무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 카카오채널 추가하면 이번 주 반찬을 먼저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비즈니스 계정인 분이 대부분. 전환 필요한 분만 보조. 전환하면 계정이 공개로 바뀐다.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6 · 카카오톡 채널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전원 신규 — 40분 · 파트너센터 8단계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business.kakao.com 로그인 → 카카오 비즈니스 통합 회원 전환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214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「새 채널 만들기」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79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 이름(상호) · 검색용 아이디(못 바꾼다) · 카테고리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43814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프로필 → 채널 정보 → 고객센터 연락처 등록 ★ 빠뜨리면 메시지 못 보냄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554480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「채널 공개하기」 ✔ 「검색 허용하기」 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212848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1214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메시지 → 웰컴 메시지 교체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871216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779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프로필 · 커버 = 소개 이미지 · 채널 추가 QR 내려받기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529584"/>
            <a:ext cx="384048" cy="38404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43814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(선택) 비즈니스 심사 — 서류 준비되면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서류 · 비밀번호는 본인이. 가입이 막히면 대부분 카카오 계정 비밀번호 문제 — 본인 폰으로 재설정.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6 · 웰컴 메시지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사장님 말투 2~3줄 · 뭘 보내줄지 하나만 · 팔지 않는다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0" cy="2011680"/>
          </a:xfrm>
          <a:prstGeom prst="roundRect">
            <a:avLst>
              <a:gd name="adj" fmla="val 68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 추가 고맙습니다 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매주 화요일에 이번 주 반찬 사진만 하나 보내드릴게요.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거 있으시면 여기로 편하게 말씀 주세요.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55448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148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말투 표본의 어미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05의 카카오채널 줄 — 1주 웰컴 · 3주 첫 메시지 1회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QR은 계산대 · 포장에 붙인다. 3회차 배너 이미지의 재료가 된다.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6 · 네이버 플레이스 · 스레드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플레이스 10분 · 스레드는 선택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네이버 플레이스 — 소개글만 갱신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스마트플레이스 → 업체 정보 → 소개글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1줄 변화(사장님 말로) · 2줄 손님 말 · 3줄 사실 하나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키워드: 지역 · 업종 · 대표 상품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사진은 실제 사진만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온라인몰은 스토어 첫 화면 소개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스레드 (원하는 분만)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앱 설치 → Instagram으로 로그인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소개 한 줄 — 말투 그대로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"망원동에서 반찬 만듭니다. 조미료는 안 써요."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글 = 소개 이미지 + 고집 한 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 2회, 사진 없이 두 줄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7 · 공유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문장 + 소개 이미지 + 첫 게시물 첫 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페어 10분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옆 사람에게 한 문장 읽어주기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상대가 "그래서 손님 하루에서 뭐가 달라져요?" 한 번 묻기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역할 교대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낭독 — 원하는 분 8명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문장 + 이미지 화면에 + 첫 줄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강사가 한 번 되묻는다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 이미지만 보고 구멍이 보이나요?"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"손님을 바꾸면 이 말도 바뀌나요?"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소리 내서 읽어보면 세 칸인지 두 칸인지 바로 들린다.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7 · 닫기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세운 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기준의 답입니다.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바뀔 겁니다.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바뀌는 게 정상이에요.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빈칸이 있어도 괜찮다. 뭐가 비었는지 아는 것 자체가 다음 주에 손님한테 뭘 물어볼지의 목록이다.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7 · 닫기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반응이 없을 때 — 셋 중 어디가 틀렸나</a:t>
            </a:r>
            <a:endParaRPr lang="en-US" sz="2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이런 신호면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틀린 것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하는 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프로필까지 오는데 팔로우 안 하고 나감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사람 (D)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페르소나 교체 → 가치 다시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보고 "좋네요" 하는데 안 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이유 (C)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가치 재정의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와서 보고 "아 이런 데였어요?"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전달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카드뉴스 · 이미지 · 릴스를 바꿈 — 2회차부터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코어가 없으면 이게 전부 "SNS는 우리랑 안 맞네" 하나로 뭉친다. 코어를 먼저 세운 이유.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7 · 숙제와 2회차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숙제는 하나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촬영 리스트 10장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3회차 전까지. 잘 찍을 필요 없다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(선택) 이번 주 손님 세 분에게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"어떻게 알고 오셨어요?"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2회차 — 내일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마케팅 프로젝트 안에서 시작. 첫 질문 다시 안 한다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파일의 「2회차」 줄이 첫 카드뉴스 주제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Before에서 시작해 After로. 근거는 사실 시트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퇴장 전 — 파일 여섯 개 위치 · 프로젝트 이름 · 소개 이미지 저장 · 촬영 리스트 캡처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7 · 닫기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스킬이 쌓인다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비즈니스 GTM 코어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지침 1 + 파일 5 · 소개 이미지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2514600"/>
            <a:ext cx="137160" cy="274320"/>
          </a:xfrm>
          <a:prstGeom prst="rightArrow">
            <a:avLst/>
          </a:prstGeom>
          <a:solidFill>
            <a:srgbClr val="DDDAD4"/>
          </a:solidFill>
          <a:ln w="12700">
            <a:solidFill>
              <a:srgbClr val="DDD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55448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737360"/>
            <a:ext cx="457200" cy="45720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2회차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카드뉴스 스킬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재사용 카드뉴스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2514600"/>
            <a:ext cx="137160" cy="274320"/>
          </a:xfrm>
          <a:prstGeom prst="rightArrow">
            <a:avLst/>
          </a:prstGeom>
          <a:solidFill>
            <a:srgbClr val="DDDAD4"/>
          </a:solidFill>
          <a:ln w="12700">
            <a:solidFill>
              <a:srgbClr val="DDDA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5448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3회차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프롬프트 스킬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용도별 이미지 4종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2514600"/>
            <a:ext cx="137160" cy="274320"/>
          </a:xfrm>
          <a:prstGeom prst="rightArrow">
            <a:avLst/>
          </a:prstGeom>
          <a:solidFill>
            <a:srgbClr val="DDDAD4"/>
          </a:solidFill>
          <a:ln w="12700">
            <a:solidFill>
              <a:srgbClr val="DDDA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55448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1737360"/>
            <a:ext cx="457200" cy="45720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4회차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릴스 기획 스킬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 릴스 1편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오늘 만든 마케팅 프로젝트 안에 파일로 들어간다. 4회 끝나면 AI가 우리를 단골처럼 아는 상태.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닫기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집에 가서 모르는 게 나오면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캡처해서 네 줄 붙여 물어보세요.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상황 · 할 일 · 의도 · 걱정.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배운 것 중에 제일 오래 갈 것. 네 줄이 힘들면 마케팅 프로젝트 안에서 한 줄만.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2026-09-06T16:11:59Z</dcterms:created>
  <dcterms:modified xsi:type="dcterms:W3CDTF">2026-09-06T16:11:59Z</dcterms:modified>
</cp:coreProperties>
</file>